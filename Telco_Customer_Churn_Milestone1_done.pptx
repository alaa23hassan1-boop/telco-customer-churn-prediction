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</a:defRPr>
            </a:pPr>
            <a:r>
              <a:t>AI PROJECT LIFECYCLE – MILESTONE 1</a:t>
            </a:r>
          </a:p>
          <a:p>
            <a:pPr>
              <a:spcAft>
                <a:spcPts val="1200"/>
              </a:spcAft>
              <a:defRPr sz="3600" b="1">
                <a:solidFill>
                  <a:srgbClr val="0F172A"/>
                </a:solidFill>
              </a:defRPr>
            </a:pPr>
            <a:r>
              <a:t>Telco Customer Churn Prediction</a:t>
            </a:r>
          </a:p>
          <a:p>
            <a:pPr>
              <a:spcAft>
                <a:spcPts val="2800"/>
              </a:spcAft>
              <a:defRPr sz="1800">
                <a:solidFill>
                  <a:srgbClr val="64748B"/>
                </a:solidFill>
              </a:defRPr>
            </a:pPr>
            <a:r>
              <a:t>Project Proposal &amp; Technical Proof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Main Concept: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Predicting customer churn in telecommunications using advanced Machine Learning techniques.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0" y="1097280"/>
            <a:ext cx="42976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0" y="137160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</a:defRPr>
            </a:pPr>
            <a:r>
              <a:t>Team Members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Ala’ Ahmed Saad Hassan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Ahmad Amjad Fawzi Ramadan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Abdalrahman Omar Dhefallah Almomani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Ahmad Ayman Wasef Toubeh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Yasmin Samih Ahmad Rabi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STRATEGIC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Business Problem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F172A"/>
                </a:solidFill>
              </a:defRPr>
            </a:pPr>
            <a:r>
              <a:t>Business Problem</a:t>
            </a:r>
          </a:p>
          <a:p>
            <a:pPr>
              <a:spcAft>
                <a:spcPts val="1400"/>
              </a:spcAft>
              <a:defRPr sz="1300">
                <a:solidFill>
                  <a:srgbClr val="64748B"/>
                </a:solidFill>
              </a:defRPr>
            </a:pPr>
            <a:r>
              <a:t>• Financial losses resulting from customer churn and subscriber migration to competitors.</a:t>
            </a:r>
          </a:p>
          <a:p>
            <a:pPr>
              <a:spcAft>
                <a:spcPts val="1400"/>
              </a:spcAft>
              <a:defRPr sz="1300">
                <a:solidFill>
                  <a:srgbClr val="64748B"/>
                </a:solidFill>
              </a:defRPr>
            </a:pPr>
            <a:r>
              <a:t>• Acquiring a new customer is significantly more expensive than retaining an existing one.</a:t>
            </a:r>
          </a:p>
          <a:p>
            <a:pPr>
              <a:spcAft>
                <a:spcPts val="1400"/>
              </a:spcAft>
              <a:defRPr sz="1300">
                <a:solidFill>
                  <a:srgbClr val="64748B"/>
                </a:solidFill>
              </a:defRPr>
            </a:pPr>
            <a:r>
              <a:t>• Critical need to detect churn-prone customers proactively before they cancel subscriptions.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Analytical Objective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Identify and analyze key factors associated with customer churn.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4612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38327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Technical Objective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Build a robust Classification Model to accurately predict churn risks.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84632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9834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Commercial Objective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Empower marketing teams with proactive decisions and personalized retention offers.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Dataset Overview &amp; Target Variable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120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Dataset Source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Kaggle – Telco Customer 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Number of Customers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7,043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Number of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21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Problem 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Binary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Target Variable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Churn (Yes / 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Key Features &amp; Target Goal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MonthlyCharges: Monthly billing amount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TotalCharges: Cumulative total charged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Contract: Contract terms (Month-to-month, One year, Two year)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tenure: Number of months customer has stayed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InternetService: DSL, Fiber optic, or No internet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TechSupport: Tech support subscription status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Primary Goal: Predict -&gt; Churn = Yes /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IMPLEMENTATION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Technical Proof &amp; GitHub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01. Data Preparation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Dataset converted &amp; formatted to Excel Sheet (.xlsx).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File: Telco_Customer_Churn.xlsx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Relative Path configured for portability.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02. Development Environment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Language: Python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Core Library: Pandas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Script executed in Visual Studio.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2918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18288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03. Technical Validation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✓ df.head() - Previewed first 5 rows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✓ df.info() - Verified data structure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✓ df['Churn'].value_counts() - Checked class distribution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Status: Successfully Executed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GitHub Repository: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https://github.com/alaa23hassan1-boop/Telco-Customer-Churn-Prediction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0"/>
            <a:ext cx="11460175" cy="228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sz="9000" b="1">
                <a:solidFill>
                  <a:srgbClr val="0F172A"/>
                </a:solidFill>
                <a:latin typeface="Arial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